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457200" y="152400"/>
            <a:ext cx="6645656" cy="770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78D4"/>
                </a:solidFill>
                <a:latin typeface="Calibri"/>
              </a:rPr>
              <a:t>RAFEEQ KHAN</a:t>
            </a:r>
            <a:endParaRPr lang="en-US" sz="2400"/>
          </a:p>
          <a:p>
            <a:pPr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/>
              </a:rPr>
              <a:t>+91 9985142897    |    rafeeqkhan.it7@gmail.com    |    Hyderabad, India</a:t>
            </a:r>
            <a:endParaRPr lang="en-US" sz="1050"/>
          </a:p>
          <a:p>
            <a:pPr algn="l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libri"/>
              </a:rPr>
              <a:t>IT Infrastructure Admin    |    Azure Admin    |    Microsoft 365 Admin</a:t>
            </a:r>
            <a:endParaRPr lang="en-US" sz="1050"/>
          </a:p>
        </p:txBody>
      </p:sp>
      <p:sp>
        <p:nvSpPr>
          <p:cNvPr id="3" name="Shape 3"/>
          <p:cNvSpPr txBox="1"/>
          <p:nvPr/>
        </p:nvSpPr>
        <p:spPr>
          <a:xfrm>
            <a:off x="457200" y="1050290"/>
            <a:ext cx="6645656" cy="217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EDUCATION</a:t>
            </a:r>
            <a:endParaRPr lang="en-US" sz="1200"/>
          </a:p>
        </p:txBody>
      </p:sp>
      <p:sp>
        <p:nvSpPr>
          <p:cNvPr id="4" name="Shape 4"/>
          <p:cNvSpPr txBox="1"/>
          <p:nvPr/>
        </p:nvSpPr>
        <p:spPr>
          <a:xfrm>
            <a:off x="457200" y="1305814"/>
            <a:ext cx="6645656" cy="1934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libri"/>
              </a:rPr>
              <a:t>Osmania University, Hyderabad</a:t>
            </a:r>
            <a:r>
              <a:rPr lang="en-US" sz="1050" dirty="0">
                <a:solidFill>
                  <a:srgbClr val="1A1A1A"/>
                </a:solidFill>
                <a:latin typeface="Calibri"/>
              </a:rPr>
              <a:t>        Bachelor of Commerce (B.Com)</a:t>
            </a:r>
            <a:endParaRPr lang="en-US" sz="1050"/>
          </a:p>
        </p:txBody>
      </p:sp>
      <p:sp>
        <p:nvSpPr>
          <p:cNvPr id="5" name="Shape 5"/>
          <p:cNvSpPr txBox="1"/>
          <p:nvPr/>
        </p:nvSpPr>
        <p:spPr>
          <a:xfrm>
            <a:off x="457200" y="1575435"/>
            <a:ext cx="6645656" cy="217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CERTIFICATIONS</a:t>
            </a:r>
            <a:endParaRPr lang="en-US" sz="1200"/>
          </a:p>
        </p:txBody>
      </p:sp>
      <p:sp>
        <p:nvSpPr>
          <p:cNvPr id="6" name="Shape 6"/>
          <p:cNvSpPr txBox="1"/>
          <p:nvPr/>
        </p:nvSpPr>
        <p:spPr>
          <a:xfrm>
            <a:off x="457200" y="1830959"/>
            <a:ext cx="6645656" cy="990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000" b="1" dirty="0">
                <a:solidFill>
                  <a:srgbClr val="1A1A1A"/>
                </a:solidFill>
                <a:latin typeface="Calibri"/>
              </a:rPr>
              <a:t>Microsoft Certified: Azure Administrator Associate (AZ-104)   -   Earned</a:t>
            </a:r>
            <a:endParaRPr lang="en-US" sz="100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000" b="1" dirty="0">
                <a:solidFill>
                  <a:srgbClr val="1A1A1A"/>
                </a:solidFill>
                <a:latin typeface="Calibri"/>
              </a:rPr>
              <a:t>Microsoft 365 Certified (M365 Administrator)   -   Earned</a:t>
            </a:r>
            <a:endParaRPr lang="en-US" sz="100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/>
              </a:rPr>
              <a:t>AZ-900 Azure Fundamentals   -   Recommended</a:t>
            </a:r>
            <a:endParaRPr lang="en-US" sz="100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/>
              </a:rPr>
              <a:t>AZ-305 Azure Solutions Architect   -   Roadmap</a:t>
            </a:r>
            <a:endParaRPr lang="en-US" sz="100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/>
              </a:rPr>
              <a:t>SC-300 / MS-102  Identity &amp; M365 Admin   -   Roadmap</a:t>
            </a:r>
            <a:endParaRPr lang="en-US" sz="1000"/>
          </a:p>
        </p:txBody>
      </p:sp>
      <p:sp>
        <p:nvSpPr>
          <p:cNvPr id="7" name="Shape 7"/>
          <p:cNvSpPr txBox="1"/>
          <p:nvPr/>
        </p:nvSpPr>
        <p:spPr>
          <a:xfrm>
            <a:off x="457200" y="2897759"/>
            <a:ext cx="6645656" cy="217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EXPERIENCE</a:t>
            </a:r>
            <a:endParaRPr lang="en-US" sz="1200"/>
          </a:p>
        </p:txBody>
      </p:sp>
      <p:sp>
        <p:nvSpPr>
          <p:cNvPr id="8" name="Shape 8"/>
          <p:cNvSpPr txBox="1"/>
          <p:nvPr/>
        </p:nvSpPr>
        <p:spPr>
          <a:xfrm>
            <a:off x="457200" y="3153283"/>
            <a:ext cx="6645656" cy="1934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Calibri"/>
              </a:rPr>
              <a:t>IT Infrastructure / Cloud Lab Administrator</a:t>
            </a:r>
            <a:r>
              <a:rPr lang="en-US" sz="1050" dirty="0">
                <a:solidFill>
                  <a:srgbClr val="1A1A1A"/>
                </a:solidFill>
                <a:latin typeface="Calibri"/>
              </a:rPr>
              <a:t>   -   HomelabCenter   -   Hyderabad</a:t>
            </a:r>
            <a:r>
              <a:rPr lang="en-US" sz="1000" b="1" dirty="0">
                <a:solidFill>
                  <a:srgbClr val="595959"/>
                </a:solidFill>
                <a:latin typeface="Calibri"/>
              </a:rPr>
              <a:t>        1 Year</a:t>
            </a:r>
            <a:endParaRPr lang="en-US" sz="1050"/>
          </a:p>
        </p:txBody>
      </p:sp>
      <p:sp>
        <p:nvSpPr>
          <p:cNvPr id="9" name="Shape 9"/>
          <p:cNvSpPr txBox="1"/>
          <p:nvPr/>
        </p:nvSpPr>
        <p:spPr>
          <a:xfrm>
            <a:off x="457200" y="3384804"/>
            <a:ext cx="6645656" cy="2865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/>
              </a:rPr>
              <a:t>Built a virtual datacenter on Hyper-V (Windows Server 2025): 10+ VMs, virtual switches, VHDX disks, checkpoints and per-role resource allocation.</a:t>
            </a:r>
            <a:endParaRPr lang="en-US" sz="95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/>
              </a:rPr>
              <a:t>Deployed AD DS domain controller (HYD-ADDC-V-01): new forest, OUs, users &amp; groups, GPOs, DNS records, forwarders and Sites &amp; Services.</a:t>
            </a:r>
            <a:endParaRPr lang="en-US" sz="95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/>
              </a:rPr>
              <a:t>Operated core server roles: File Server (Share vs NTFS, GPO-mapped drives), IIS with public DNS + SSL, Exchange 2025 SE (mailboxes, MX/SPF, OWA over HTTPS).</a:t>
            </a:r>
            <a:endParaRPr lang="en-US" sz="95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/>
              </a:rPr>
              <a:t>Configured a two-node Hyper-V failover cluster: iSCSI shared storage, Cluster Validation, file-share quorum witness, CSV, zero-downtime Live/Quick migration.</a:t>
            </a:r>
            <a:endParaRPr lang="en-US" sz="95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/>
              </a:rPr>
              <a:t>Established site-to-site VPN (RRAS to Azure VNet Gateway) and proved it with cross-cloud ping plus an additional Azure DC (AZU-ADDS-V-01).</a:t>
            </a:r>
            <a:endParaRPr lang="en-US" sz="95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/>
              </a:rPr>
              <a:t>Implemented Entra Connect hybrid identity: OU / attribute filtering, Password Hash Sync, synced-user verification and SSO testing.</a:t>
            </a:r>
            <a:endParaRPr lang="en-US" sz="95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/>
              </a:rPr>
              <a:t>Delivered Azure workloads: Landing Zones with policy &amp; RBAC, 2x IIS VMs behind a Public Load Balancer with health probes and failover test, Web App with Private Endpoint (public access disabled).</a:t>
            </a:r>
            <a:endParaRPr lang="en-US" sz="95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/>
              </a:rPr>
              <a:t>Protection &amp; end-user computing: Recovery Services Vault backup/restore, AVD host pool (multi-session Windows 11, multi-user test), Azure file server failover cluster with cloud witness.</a:t>
            </a:r>
            <a:endParaRPr lang="en-US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457200" y="152400"/>
            <a:ext cx="6645656" cy="2080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078D4"/>
                </a:solidFill>
                <a:latin typeface="Calibri"/>
              </a:rPr>
              <a:t>RAFEEQ KHAN</a:t>
            </a:r>
            <a:r>
              <a:rPr lang="en-US" sz="1300" b="1" dirty="0">
                <a:solidFill>
                  <a:srgbClr val="1A1A1A"/>
                </a:solidFill>
                <a:latin typeface="Calibri"/>
              </a:rPr>
              <a:t>   -   Projects (Hands-on Labs)  &amp;  Technical Skills</a:t>
            </a:r>
            <a:endParaRPr lang="en-US" sz="1300"/>
          </a:p>
        </p:txBody>
      </p:sp>
      <p:sp>
        <p:nvSpPr>
          <p:cNvPr id="11" name="Shape 11"/>
          <p:cNvSpPr txBox="1"/>
          <p:nvPr/>
        </p:nvSpPr>
        <p:spPr>
          <a:xfrm>
            <a:off x="457200" y="487426"/>
            <a:ext cx="6645656" cy="217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PROJECTS   |   15 HANDS-ON LABS:  ON-PREM  &gt;  HYBRID  &gt;  AZURE</a:t>
            </a:r>
            <a:endParaRPr lang="en-US" sz="1200"/>
          </a:p>
        </p:txBody>
      </p:sp>
      <p:sp>
        <p:nvSpPr>
          <p:cNvPr id="12" name="Shape 12"/>
          <p:cNvSpPr txBox="1"/>
          <p:nvPr/>
        </p:nvSpPr>
        <p:spPr>
          <a:xfrm>
            <a:off x="457200" y="742950"/>
            <a:ext cx="6645656" cy="5562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1.  OS Installation &amp; Virtualization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Clean installs of Windows 11 &amp; Windows Server 2025 from ISO, BIOS/boot settings, Desktop Experience vs Core, Hyper-V role, virtual switches, VM creation, checkpoints.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2.  Active Directory Domain Services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Forest / domain promotion, OUs, users, groups, GPO deployment (password policy, drive maps), DNS zones, forwarders, Sites &amp; Services replication.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3.  File Server (HYD-FILE-V-01)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Domain join, FSRM, shared folders, Share vs NTFS permission model, GPO-mapped S: / P: drives for users.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4.  Web Server - IIS (HYD-WEBS-V-01)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Site &amp; bindings, DNS A records, NAT + public DNS publishing, ZeroSSL certificate, HTTP to HTTPS redirect.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5.  Exchange Server 2025 SE (HYD-MAIL-V-01)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Prerequisites, mailbox role install &amp; health check, mailboxes via EAC, MX / SPF / Autodiscover, SSL-secured OWA &amp; SMTP.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6.  Two-Node Hyper-V Failover Cluster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iSCSI target &amp; LUNs, node domain join, Cluster Validation Wizard, file-share quorum witness, CSV, Live / Quick migration.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7.  S2S VPN - On-Prem to Azure (HYD-VPNR-V-01)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RRAS role, VNet, VNet peering, Virtual Network Gateway, Local Gateway, shared-key S2S connection, cross-cloud validation.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8.  Entra Connect Hybrid Identity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Express / Custom install, OU &amp; attribute filtering, Password Hash / Pass-through sync, Entra Connect Health monitoring.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9.  Management Groups &amp; Landing Zones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Tenant root group, workload vs platform landing zones, policy + RBAC assigned at MG scope for clean billing and compliance.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10. High-Availability Web Tier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2x IIS Azure VMs, Standard Public Load Balancer, backend pool, HTTP/HTTPS rules, health probes, simulated VM-failure failover test.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11. Azure Web App (PaaS)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App Service plan, Private Endpoint in PrivateEndpoint subnet, Private DNS validation, public access disabled, VNet outbound integration, TLS hostname.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12. Azure VM Backup &amp; Restore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Recovery Services Vault, storage redundancy, daily / weekly retention, on-demand backup, alerts, restore as new VM with IIS + login validation.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13. Azure Virtual Desktop (AVD)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AVD VNet + DNS to AD, host pool, Windows 11 Enterprise multi-session + M365 Apps image, workspace, app group, RBAC, multi-user session test.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14. Azure File Server Failover Cluster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2 nodes (AZU-FSCL-V-01/02), Azure Shared Disk, cluster validation, Cloud Witness, Internal Load Balancer probe, clustered SMB share + failover test.</a:t>
            </a:r>
            <a:endParaRPr lang="en-US" sz="950"/>
          </a:p>
          <a:p>
            <a:pPr algn="l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15. Monitoring &amp; Next Steps -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WSUS / Azure Update Manager, FSLogix profiles &amp; scaling plans, Entra Connect sync-rule troubleshooting, Azure SQL basics (in progress).</a:t>
            </a:r>
            <a:endParaRPr lang="en-US" sz="950"/>
          </a:p>
        </p:txBody>
      </p:sp>
      <p:sp>
        <p:nvSpPr>
          <p:cNvPr id="13" name="Shape 13"/>
          <p:cNvSpPr txBox="1"/>
          <p:nvPr/>
        </p:nvSpPr>
        <p:spPr>
          <a:xfrm>
            <a:off x="457200" y="6381750"/>
            <a:ext cx="6645656" cy="217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TECHNICAL SKILLS</a:t>
            </a:r>
            <a:endParaRPr lang="en-US" sz="1200"/>
          </a:p>
        </p:txBody>
      </p:sp>
      <p:sp>
        <p:nvSpPr>
          <p:cNvPr id="14" name="Shape 14"/>
          <p:cNvSpPr txBox="1"/>
          <p:nvPr/>
        </p:nvSpPr>
        <p:spPr>
          <a:xfrm>
            <a:off x="457200" y="6637274"/>
            <a:ext cx="6645656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Cloud (Azure):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Management Groups, Landing Zones, Policies &amp; RBAC, VMs, Public Load Balancer, App Service + Private Endpoint, Recovery Services Vault, AVD, Cloud Witness</a:t>
            </a:r>
            <a:endParaRPr lang="en-US" sz="950"/>
          </a:p>
          <a:p>
            <a:pPr algn="l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Operating Systems: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Windows Server 2025 / 2022 (Desktop Experience &amp; Core), Windows 11, Linux basics</a:t>
            </a:r>
            <a:endParaRPr lang="en-US" sz="950"/>
          </a:p>
          <a:p>
            <a:pPr algn="l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Server Roles &amp; HA: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Hyper-V, AD DS, DNS, GPO, File Server + FSRM, IIS, Exchange Server 2025 SE, WSUS (basic), Failover Clustering, iSCSI Target, CSV, Live Migration</a:t>
            </a:r>
            <a:endParaRPr lang="en-US" sz="950"/>
          </a:p>
          <a:p>
            <a:pPr algn="l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Networking: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RRAS S2S VPN, VNet Gateway, VNet Peering, NAT, TCP/IP, VLANs, DHCP, DNS</a:t>
            </a:r>
            <a:endParaRPr lang="en-US" sz="950"/>
          </a:p>
          <a:p>
            <a:pPr algn="l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Identity / M365: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Microsoft Entra ID (Azure AD), Entra Connect Sync, Password Hash Sync, SSO</a:t>
            </a:r>
            <a:endParaRPr lang="en-US" sz="950"/>
          </a:p>
          <a:p>
            <a:pPr algn="l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/>
              </a:rPr>
              <a:t>Tools &amp; Scripting: </a:t>
            </a:r>
            <a:r>
              <a:rPr lang="en-US" sz="950" dirty="0">
                <a:solidFill>
                  <a:srgbClr val="1A1A1A"/>
                </a:solidFill>
                <a:latin typeface="Calibri"/>
              </a:rPr>
              <a:t>PowerShell, Server Manager, Entra Admin Center, Azure Portal, Azure CLI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</PresentationFormat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RAFEEQ KHAN - Summary, Skills and Experience</vt:lpstr>
      <vt:lpstr>RAFEEQ KHAN - Labs, Certifications and Education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Rafeeq Khan - Resume</dc:title>
  <dc:creator>Rafeeq Khan</dc:creator>
  <cp:lastModifiedBy>Rafeeq Khan</cp:lastModifiedBy>
  <cp:revision>1</cp:revision>
  <dcterms:created xsi:type="dcterms:W3CDTF">2026-10-21T00:00:00Z</dcterms:created>
  <dcterms:modified xsi:type="dcterms:W3CDTF">2026-10-21T00:00:00Z</dcterms:modified>
</cp:coreProperties>
</file>